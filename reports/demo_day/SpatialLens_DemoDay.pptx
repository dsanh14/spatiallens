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Diego. SpatialLens Assist turns a cheap phone video of a campus walkway into spoken hazard alerts for blind and low-vision pedestrians — telling them not just WHAT is nearby, but whether it's COMING AT THEM. (15s)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problem. A parked bike and a bike speeding toward you are detected identically — bicycle, point eight-six. A sighted person fills in the intent; the user we care about can't. So the safety-critical signal isn't the label, it's the motion. We frame it as per-track classification: given a ten-second clip at just two frames a second, decide whether each object is approaching, crossing left or right, moving away, static — or explicitly uncertain.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has six stages. Off-the-shelf YOLOv8n detects; a lightweight IoU-plus-centroid tracker links objects, with an appearance re-ID pass to stitch fragments. Then motion features — and the key trick is ego-motion compensation: we subtract the camera's own panning so a parked bench doesn't look like it's charging at you. Finally an interpretable rule cascade — no black box — emits the label plus a plain-English evidence string. Three principles: everything is explainable, it abstains rather than guesses, and it runs on CPU in about four minutes. (45s)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real run, left to right. Raw frame. YOLO's detections. The tracker links the cyclist across frames — that's the yellow trail. And the motion stage fires: the bounding box grew almost twenty-two-fold and the centroid moved toward the center, so the system says, out loud, 'bicycle approaching directly ahead,' high confidence — and it shows you exactly why it said that. (45s)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11 controlled walkway videos and 61 hand-labeled tracks: 82.5% overall, and 93.3% on tracks long enough to decide — three frames or more. The safety-critical approaching class hits 0.95 precision, 0.88 recall. And the number I care most about: zero confusion between approaching and moving-away. When unsure it abstains into uncertain — it never told a user something was leaving when it was actually coming at them. For an alert system, that's the right asymmetry.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ablations taught me the real lesson. The biggest accuracy gains didn't come from smarter rules — they came from keeping tracks from fragmenting. Appearance re-ID alone is worth six points. And a useful negative result: ByteTrack, a state-of-the-art online tracker, drops to 33% here, because at two frames a second its motion-continuity assumption just doesn't hold. The system's uncertainty is almost entirely short broken tracks — so the abstentions are an honest, auditable tax, not confusion.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So: cheap, low-frame-rate video plus interpretable motion cues is enough to give useful, explainable hazard alerts. Next steps are adding depth, a learned re-ID embedding, and a study with actual blind and low-vision walkers. Thank you. (15s)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1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0B3D66"/>
                </a:solidFill>
                <a:latin typeface="Calibri"/>
              </a:rPr>
              <a:t>SpatialLens Assist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A1A1A"/>
                </a:solidFill>
                <a:latin typeface="Calibri"/>
              </a:rPr>
              <a:t>Motion-Aware Hazard Detection for Campus Navigation</a:t>
            </a:r>
          </a:p>
          <a:p>
            <a:r>
              <a:rPr sz="2400" b="1" i="0">
                <a:solidFill>
                  <a:srgbClr val="1A1A1A"/>
                </a:solidFill>
                <a:latin typeface="Calibri"/>
              </a:rPr>
              <a:t>from Low-FPS Egocentric Video</a:t>
            </a:r>
          </a:p>
          <a:p>
            <a:pPr>
              <a:spcBef>
                <a:spcPts val="2200"/>
              </a:spcBef>
            </a:pPr>
            <a:r>
              <a:rPr sz="1700" b="0" i="0">
                <a:solidFill>
                  <a:srgbClr val="5A5A5A"/>
                </a:solidFill>
                <a:latin typeface="Calibri"/>
              </a:rPr>
              <a:t>Diego Sanchez  ·  Stanford CS131</a:t>
            </a:r>
          </a:p>
        </p:txBody>
      </p:sp>
      <p:pic>
        <p:nvPicPr>
          <p:cNvPr id="3" name="Picture 2" descr="slide1_title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338" y="640080"/>
            <a:ext cx="313692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3D66"/>
                </a:solidFill>
                <a:latin typeface="Calibri"/>
              </a:rPr>
              <a:t>Detection tells you what, not what it’s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   • A parked bicycle and one bearing down on you are both just “bicycle, 0.86”.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   • A sighted person reads intent from context — a blind / low-vision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        – pedestrian can’t. The safety signal is motion, not the label.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3D66"/>
                </a:solidFill>
                <a:latin typeface="Calibri"/>
              </a:rPr>
              <a:t>   • Our task: per-track motion classification from a ~10 s clip @ 2 fps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        – approaching · crossing_LTR · crossing_RTL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        – moving_away · static · uncertain</a:t>
            </a:r>
          </a:p>
        </p:txBody>
      </p:sp>
      <p:pic>
        <p:nvPicPr>
          <p:cNvPr id="4" name="Picture 3" descr="slide2_hazard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59" y="1371600"/>
            <a:ext cx="411480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6263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Hazard overlay on a campus walkway clip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3D66"/>
                </a:solidFill>
                <a:latin typeface="Calibri"/>
              </a:rPr>
              <a:t>A transparent, CPU-only pipeline</a:t>
            </a:r>
          </a:p>
        </p:txBody>
      </p:sp>
      <p:pic>
        <p:nvPicPr>
          <p:cNvPr id="3" name="Picture 2" descr="slide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26" y="1234440"/>
            <a:ext cx="7587867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2 fps frames  →  YOLOv8n  →  tracker + appearance re-ID  →  ego-motion-compensated motion features  →  rule cascade  →  alert + evidence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   • Explainable — every prediction carries a natural-language evidence string.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   • Calibrated abstention — “uncertain” is first-class; short tracks don’t bluff.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   • CPU-only — the full pipeline runs in ~4 min on a GPU-less Mac.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0B3D66"/>
                </a:solidFill>
                <a:latin typeface="Calibri"/>
              </a:rPr>
              <a:t>   • Key trick: ego-motion compensation cancels camera pan, so static objects stay static.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3D66"/>
                </a:solidFill>
                <a:latin typeface="Calibri"/>
              </a:rPr>
              <a:t>From pixels to a spoken alert</a:t>
            </a:r>
          </a:p>
        </p:txBody>
      </p:sp>
      <p:pic>
        <p:nvPicPr>
          <p:cNvPr id="3" name="Picture 2" descr="slide4a_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36" y="1325880"/>
            <a:ext cx="2031285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1119" y="4983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</a:rPr>
              <a:t>1 · Raw frame (2 fps)</a:t>
            </a:r>
          </a:p>
        </p:txBody>
      </p:sp>
      <p:pic>
        <p:nvPicPr>
          <p:cNvPr id="5" name="Picture 4" descr="slide4b_dete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448" y="1325880"/>
            <a:ext cx="2031285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24631" y="4983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</a:rPr>
              <a:t>2 · YOLOv8n detections</a:t>
            </a:r>
          </a:p>
        </p:txBody>
      </p:sp>
      <p:pic>
        <p:nvPicPr>
          <p:cNvPr id="7" name="Picture 6" descr="slide4c_track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960" y="1325880"/>
            <a:ext cx="2031285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8143" y="4983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</a:rPr>
              <a:t>3 · Tracking + re-ID</a:t>
            </a:r>
          </a:p>
        </p:txBody>
      </p:sp>
      <p:pic>
        <p:nvPicPr>
          <p:cNvPr id="9" name="Picture 8" descr="slide1_title_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0472" y="1325880"/>
            <a:ext cx="2031285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31655" y="4983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</a:rPr>
              <a:t>4 · Hazard overlay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5440680"/>
            <a:ext cx="7772400" cy="868680"/>
          </a:xfrm>
          <a:prstGeom prst="rect">
            <a:avLst/>
          </a:prstGeom>
          <a:solidFill>
            <a:srgbClr val="F2F4F7"/>
          </a:solidFill>
          <a:ln w="19050">
            <a:solidFill>
              <a:srgbClr val="E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E06A00"/>
                </a:solidFill>
                <a:latin typeface="Calibri"/>
              </a:rPr>
              <a:t>🔊  “Bicycle approaching directly ahead.”   [high]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6355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evidence string: the cyclist’s bounding box grew ~22×; centroid moved toward image center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3D66"/>
                </a:solidFill>
                <a:latin typeface="Calibri"/>
              </a:rPr>
              <a:t>Accurate where it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Overall accuracy:  </a:t>
            </a:r>
            <a:r>
              <a:rPr sz="3000" b="1" i="0">
                <a:solidFill>
                  <a:srgbClr val="E06A00"/>
                </a:solidFill>
                <a:latin typeface="Calibri"/>
              </a:rPr>
              <a:t>82.5%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Decidable (≥3-frame tracks):  </a:t>
            </a:r>
            <a:r>
              <a:rPr sz="3000" b="1" i="0">
                <a:solidFill>
                  <a:srgbClr val="E06A00"/>
                </a:solidFill>
                <a:latin typeface="Calibri"/>
              </a:rPr>
              <a:t>93.3%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approaching  P / R:  </a:t>
            </a:r>
            <a:r>
              <a:rPr sz="3000" b="1" i="0">
                <a:solidFill>
                  <a:srgbClr val="E06A00"/>
                </a:solidFill>
                <a:latin typeface="Calibri"/>
              </a:rPr>
              <a:t>0.95 / 0.88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5A5A5A"/>
                </a:solidFill>
                <a:latin typeface="Calibri"/>
              </a:rPr>
              <a:t>11 videos · 61 hand-labelled tracks</a:t>
            </a:r>
          </a:p>
        </p:txBody>
      </p:sp>
      <p:pic>
        <p:nvPicPr>
          <p:cNvPr id="4" name="Picture 3" descr="slide5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627" y="1371600"/>
            <a:ext cx="491186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5486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Confusion matrix (57 evaluated tracks)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5577840" cy="868680"/>
          </a:xfrm>
          <a:prstGeom prst="rect">
            <a:avLst/>
          </a:prstGeom>
          <a:solidFill>
            <a:srgbClr val="F2F4F7"/>
          </a:solidFill>
          <a:ln w="19050">
            <a:solidFill>
              <a:srgbClr val="E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E06A00"/>
                </a:solidFill>
                <a:latin typeface="Calibri"/>
              </a:rPr>
              <a:t>Zero approaching ↔ moving_away confusion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3D66"/>
                </a:solidFill>
                <a:latin typeface="Calibri"/>
              </a:rPr>
              <a:t>Continuity beats classifier complexity</a:t>
            </a:r>
          </a:p>
        </p:txBody>
      </p:sp>
      <p:pic>
        <p:nvPicPr>
          <p:cNvPr id="3" name="Picture 2" descr="slide6_abl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35040" cy="261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Accuracy drop when each component is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0B3D66"/>
                </a:solidFill>
                <a:latin typeface="Calibri"/>
              </a:rPr>
              <a:t>   • Biggest gains = keeping tracks intact, not fancier rules: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        – appearance re-ID:  +6.2 pts  (largest single gain)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        – two short-track salvage rules:  +3.5 pts each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B3D66"/>
                </a:solidFill>
                <a:latin typeface="Calibri"/>
              </a:rPr>
              <a:t>   • Negative result: ByteTrack → 32.8% on 2 fps offline footage —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        – its online motion-continuity assumption breaks under sparse sampling.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   • Abstention = the “fragmentation tax made auditable”: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        – 23 of 24 abstentions are short tracks, not classifier confusion.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3D66"/>
                </a:solidFill>
                <a:latin typeface="Calibri"/>
              </a:rPr>
              <a:t>Takeaways &amp; 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0B3D66"/>
                </a:solidFill>
                <a:latin typeface="Calibri"/>
              </a:rPr>
              <a:t>   • Simple, interpretable motion cues recover useful hazard labels from cheap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0B3D66"/>
                </a:solidFill>
                <a:latin typeface="Calibri"/>
              </a:rPr>
              <a:t>   • low-fps video — and continuity matters more than classifier sophistication.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• Next:</a:t>
            </a:r>
          </a:p>
          <a:p>
            <a:pPr lvl="1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     – monocular depth (MiDaS)  ·  learned re-ID embedding</a:t>
            </a:r>
          </a:p>
          <a:p>
            <a:pPr lvl="1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     – denser sampling (5–10 fps)  ·  user study with blind / low-vision walkers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B3D66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